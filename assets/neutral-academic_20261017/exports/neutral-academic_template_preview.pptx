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论文封面与路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609600" y="1428750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3600"/>
            </a:lvl1pPr>
          </a:lstStyle>
          <a:p>
            <a:pPr algn="l"/>
            <a:r>
              <a:rPr lang="en-US" sz="360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3" name="subtitle Placeholder"/>
          <p:cNvSpPr>
            <a:spLocks noGrp="1"/>
          </p:cNvSpPr>
          <p:nvPr>
            <p:ph type="subTitle" idx="1"/>
          </p:nvPr>
        </p:nvSpPr>
        <p:spPr>
          <a:xfrm>
            <a:off x="609600" y="32385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subtitle</a:t>
            </a:r>
            <a:endParaRPr lang="en-US"/>
          </a:p>
        </p:txBody>
      </p:sp>
      <p:sp>
        <p:nvSpPr>
          <p:cNvPr id="4" name="author Placeholder"/>
          <p:cNvSpPr>
            <a:spLocks noGrp="1"/>
          </p:cNvSpPr>
          <p:nvPr>
            <p:ph type="body" idx="2"/>
          </p:nvPr>
        </p:nvSpPr>
        <p:spPr>
          <a:xfrm>
            <a:off x="609600" y="4953000"/>
            <a:ext cx="109728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650"/>
            </a:lvl1pPr>
          </a:lstStyle>
          <a:p>
            <a:pPr algn="l" marL="0" indent="0">
              <a:buNone/>
            </a:pPr>
            <a:r>
              <a:rPr lang="en-US" sz="165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383693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章节与论证任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-num Placeholder"/>
          <p:cNvSpPr>
            <a:spLocks noGrp="1"/>
          </p:cNvSpPr>
          <p:nvPr>
            <p:ph type="body" idx="1"/>
          </p:nvPr>
        </p:nvSpPr>
        <p:spPr>
          <a:xfrm>
            <a:off x="609600" y="1619250"/>
            <a:ext cx="1714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800"/>
            </a:lvl1pPr>
          </a:lstStyle>
          <a:p>
            <a:pPr algn="l" marL="0" indent="0">
              <a:buNone/>
            </a:pPr>
            <a:r>
              <a:rPr lang="en-US" sz="480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3" name="chapter-title Placeholder"/>
          <p:cNvSpPr>
            <a:spLocks noGrp="1"/>
          </p:cNvSpPr>
          <p:nvPr>
            <p:ph type="title"/>
          </p:nvPr>
        </p:nvSpPr>
        <p:spPr>
          <a:xfrm>
            <a:off x="2667000" y="1714500"/>
            <a:ext cx="89154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4" name="chapter-desc Placeholder"/>
          <p:cNvSpPr>
            <a:spLocks noGrp="1"/>
          </p:cNvSpPr>
          <p:nvPr>
            <p:ph type="body" idx="2"/>
          </p:nvPr>
        </p:nvSpPr>
        <p:spPr>
          <a:xfrm>
            <a:off x="2667000" y="3429000"/>
            <a:ext cx="89154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564357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原文与解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 Placeholder"/>
          <p:cNvSpPr>
            <a:spLocks noGrp="1"/>
          </p:cNvSpPr>
          <p:nvPr>
            <p:ph type="title"/>
          </p:nvPr>
        </p:nvSpPr>
        <p:spPr>
          <a:xfrm>
            <a:off x="609600" y="7905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50"/>
            </a:lvl1pPr>
          </a:lstStyle>
          <a:p>
            <a:pPr algn="l"/>
            <a:r>
              <a:rPr lang="en-US" sz="285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3" name="body-1 Placeholder"/>
          <p:cNvSpPr>
            <a:spLocks noGrp="1"/>
          </p:cNvSpPr>
          <p:nvPr>
            <p:ph type="body" idx="1"/>
          </p:nvPr>
        </p:nvSpPr>
        <p:spPr>
          <a:xfrm>
            <a:off x="609600" y="2000250"/>
            <a:ext cx="5143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body-2 Placeholder"/>
          <p:cNvSpPr>
            <a:spLocks noGrp="1"/>
          </p:cNvSpPr>
          <p:nvPr>
            <p:ph type="body" idx="2"/>
          </p:nvPr>
        </p:nvSpPr>
        <p:spPr>
          <a:xfrm>
            <a:off x="6286500" y="2000250"/>
            <a:ext cx="52959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source Placeholder"/>
          <p:cNvSpPr>
            <a:spLocks noGrp="1"/>
          </p:cNvSpPr>
          <p:nvPr>
            <p:ph type="ftr" idx="3"/>
          </p:nvPr>
        </p:nvSpPr>
        <p:spPr>
          <a:xfrm>
            <a:off x="609600" y="6448425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6" name="page-number Placeholder"/>
          <p:cNvSpPr>
            <a:spLocks noGrp="1"/>
          </p:cNvSpPr>
          <p:nvPr>
            <p:ph type="sldNum" idx="4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FC807AF0-B826-4F18-AA15-2B67A4562B21}" type="slidenum"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060277223"/>
      </p:ext>
    </p:extLst>
  </p:cSld>
  <p:clrMapOvr>
    <a:masterClrMapping/>
  </p:clrMapOvr>
  <p:hf hdr="0" dt="0" ftr="1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证据获取流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 Placeholder"/>
          <p:cNvSpPr>
            <a:spLocks noGrp="1"/>
          </p:cNvSpPr>
          <p:nvPr>
            <p:ph type="title"/>
          </p:nvPr>
        </p:nvSpPr>
        <p:spPr>
          <a:xfrm>
            <a:off x="609600" y="7905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50"/>
            </a:lvl1pPr>
          </a:lstStyle>
          <a:p>
            <a:pPr algn="l"/>
            <a:r>
              <a:rPr lang="en-US" sz="285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3" name="body-1 Placeholder"/>
          <p:cNvSpPr>
            <a:spLocks noGrp="1"/>
          </p:cNvSpPr>
          <p:nvPr>
            <p:ph type="body" idx="1"/>
          </p:nvPr>
        </p:nvSpPr>
        <p:spPr>
          <a:xfrm>
            <a:off x="609600" y="1952625"/>
            <a:ext cx="10972800" cy="147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body-2 Placeholder"/>
          <p:cNvSpPr>
            <a:spLocks noGrp="1"/>
          </p:cNvSpPr>
          <p:nvPr>
            <p:ph type="body" idx="2"/>
          </p:nvPr>
        </p:nvSpPr>
        <p:spPr>
          <a:xfrm>
            <a:off x="609600" y="3857625"/>
            <a:ext cx="10972800" cy="1952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source Placeholder"/>
          <p:cNvSpPr>
            <a:spLocks noGrp="1"/>
          </p:cNvSpPr>
          <p:nvPr>
            <p:ph type="ftr" idx="3"/>
          </p:nvPr>
        </p:nvSpPr>
        <p:spPr>
          <a:xfrm>
            <a:off x="609600" y="6448425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6" name="page-number Placeholder"/>
          <p:cNvSpPr>
            <a:spLocks noGrp="1"/>
          </p:cNvSpPr>
          <p:nvPr>
            <p:ph type="sldNum" idx="4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979DCFAD-7B93-40EC-96AB-6490245EFEA0}" type="slidenum"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691190726"/>
      </p:ext>
    </p:extLst>
  </p:cSld>
  <p:clrMapOvr>
    <a:masterClrMapping/>
  </p:clrMapOvr>
  <p:hf hdr="0" dt="0" ftr="1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方案或结论边界对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 Placeholder"/>
          <p:cNvSpPr>
            <a:spLocks noGrp="1"/>
          </p:cNvSpPr>
          <p:nvPr>
            <p:ph type="title"/>
          </p:nvPr>
        </p:nvSpPr>
        <p:spPr>
          <a:xfrm>
            <a:off x="609600" y="7905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50"/>
            </a:lvl1pPr>
          </a:lstStyle>
          <a:p>
            <a:pPr algn="l"/>
            <a:r>
              <a:rPr lang="en-US" sz="285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3" name="body-1 Placeholder"/>
          <p:cNvSpPr>
            <a:spLocks noGrp="1"/>
          </p:cNvSpPr>
          <p:nvPr>
            <p:ph type="body" idx="1"/>
          </p:nvPr>
        </p:nvSpPr>
        <p:spPr>
          <a:xfrm>
            <a:off x="609600" y="2000250"/>
            <a:ext cx="33337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body-2 Placeholder"/>
          <p:cNvSpPr>
            <a:spLocks noGrp="1"/>
          </p:cNvSpPr>
          <p:nvPr>
            <p:ph type="body" idx="2"/>
          </p:nvPr>
        </p:nvSpPr>
        <p:spPr>
          <a:xfrm>
            <a:off x="4419600" y="2000250"/>
            <a:ext cx="33337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body-3 Placeholder"/>
          <p:cNvSpPr>
            <a:spLocks noGrp="1"/>
          </p:cNvSpPr>
          <p:nvPr>
            <p:ph type="body" idx="3"/>
          </p:nvPr>
        </p:nvSpPr>
        <p:spPr>
          <a:xfrm>
            <a:off x="8229600" y="2000250"/>
            <a:ext cx="33528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6" name="source Placeholder"/>
          <p:cNvSpPr>
            <a:spLocks noGrp="1"/>
          </p:cNvSpPr>
          <p:nvPr>
            <p:ph type="ftr" idx="4"/>
          </p:nvPr>
        </p:nvSpPr>
        <p:spPr>
          <a:xfrm>
            <a:off x="609600" y="6448425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7" name="page-number Placeholder"/>
          <p:cNvSpPr>
            <a:spLocks noGrp="1"/>
          </p:cNvSpPr>
          <p:nvPr>
            <p:ph type="sldNum" idx="5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26DB3719-A6A0-44E8-8CB8-A360ABF95488}" type="slidenum"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349174175"/>
      </p:ext>
    </p:extLst>
  </p:cSld>
  <p:clrMapOvr>
    <a:masterClrMapping/>
  </p:clrMapOvr>
  <p:hf hdr="0" dt="0" ftr="1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图表与结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 Placeholder"/>
          <p:cNvSpPr>
            <a:spLocks noGrp="1"/>
          </p:cNvSpPr>
          <p:nvPr>
            <p:ph type="title"/>
          </p:nvPr>
        </p:nvSpPr>
        <p:spPr>
          <a:xfrm>
            <a:off x="609600" y="7905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2850"/>
            </a:lvl1pPr>
          </a:lstStyle>
          <a:p>
            <a:pPr algn="l"/>
            <a:r>
              <a:rPr lang="en-US" sz="285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3" name="body-1 Placeholder"/>
          <p:cNvSpPr>
            <a:spLocks noGrp="1"/>
          </p:cNvSpPr>
          <p:nvPr>
            <p:ph type="body" idx="1"/>
          </p:nvPr>
        </p:nvSpPr>
        <p:spPr>
          <a:xfrm>
            <a:off x="609600" y="2000250"/>
            <a:ext cx="7239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body-2 Placeholder"/>
          <p:cNvSpPr>
            <a:spLocks noGrp="1"/>
          </p:cNvSpPr>
          <p:nvPr>
            <p:ph type="body" idx="2"/>
          </p:nvPr>
        </p:nvSpPr>
        <p:spPr>
          <a:xfrm>
            <a:off x="8382000" y="2000250"/>
            <a:ext cx="32004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100"/>
            </a:lvl1pPr>
          </a:lstStyle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5" name="source Placeholder"/>
          <p:cNvSpPr>
            <a:spLocks noGrp="1"/>
          </p:cNvSpPr>
          <p:nvPr>
            <p:ph type="ftr" idx="3"/>
          </p:nvPr>
        </p:nvSpPr>
        <p:spPr>
          <a:xfrm>
            <a:off x="609600" y="6448425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Footer</a:t>
            </a:r>
            <a:endParaRPr lang="en-US"/>
          </a:p>
        </p:txBody>
      </p:sp>
      <p:sp>
        <p:nvSpPr>
          <p:cNvPr id="6" name="page-number Placeholder"/>
          <p:cNvSpPr>
            <a:spLocks noGrp="1"/>
          </p:cNvSpPr>
          <p:nvPr>
            <p:ph type="sldNum" idx="4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AB9EFA07-B82E-4348-A857-C20451B38A9E}" type="slidenum"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341156420"/>
      </p:ext>
    </p:extLst>
  </p:cSld>
  <p:clrMapOvr>
    <a:masterClrMapping/>
  </p:clrMapOvr>
  <p:hf hdr="0" dt="0" ftr="1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结论与讨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title Placeholder"/>
          <p:cNvSpPr>
            <a:spLocks noGrp="1"/>
          </p:cNvSpPr>
          <p:nvPr>
            <p:ph type="title"/>
          </p:nvPr>
        </p:nvSpPr>
        <p:spPr>
          <a:xfrm>
            <a:off x="609600" y="1190625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Click to add title</a:t>
            </a:r>
            <a:endParaRPr lang="en-US"/>
          </a:p>
        </p:txBody>
      </p:sp>
      <p:sp>
        <p:nvSpPr>
          <p:cNvPr id="3" name="ending-body Placeholder"/>
          <p:cNvSpPr>
            <a:spLocks noGrp="1"/>
          </p:cNvSpPr>
          <p:nvPr>
            <p:ph type="body" idx="1"/>
          </p:nvPr>
        </p:nvSpPr>
        <p:spPr>
          <a:xfrm>
            <a:off x="609600" y="2857500"/>
            <a:ext cx="109728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en-US" sz="225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Click to add text</a:t>
            </a:r>
            <a:endParaRPr lang="en-US"/>
          </a:p>
        </p:txBody>
      </p:sp>
      <p:sp>
        <p:nvSpPr>
          <p:cNvPr id="4" name="page-number Placeholder"/>
          <p:cNvSpPr>
            <a:spLocks noGrp="1"/>
          </p:cNvSpPr>
          <p:nvPr>
            <p:ph type="sldNum" idx="2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16A61C19-B7D4-4975-B722-1643A0BB34E3}" type="slidenum"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793392017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  <Relationship Id="rId18" Type="http://schemas.openxmlformats.org/officeDocument/2006/relationships/slideLayout" Target="../slideLayouts/slideLayout17.xml"/>
  <Relationship Id="rId19" Type="http://schemas.openxmlformats.org/officeDocument/2006/relationships/slideLayout" Target="../slideLayouts/slideLayout18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Neutral Academi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Master"/>
          <p:cNvSpPr/>
          <p:nvPr/>
        </p:nvSpPr>
        <p:spPr>
          <a:xfrm>
            <a:off x="533400" y="457200"/>
            <a:ext cx="476250" cy="47625"/>
          </a:xfrm>
          <a:prstGeom prst="rect">
            <a:avLst/>
          </a:prstGeom>
          <a:solidFill>
            <a:srgbClr val="285A9F"/>
          </a:solidFill>
          <a:ln>
            <a:noFill/>
          </a:ln>
        </p:spPr>
      </p:sp>
      <p:sp>
        <p:nvSpPr>
          <p:cNvPr id="3" name="footer-line Master"/>
          <p:cNvSpPr/>
          <p:nvPr/>
        </p:nvSpPr>
        <p:spPr>
          <a:xfrm>
            <a:off x="533400" y="6315075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9525">
            <a:solidFill>
              <a:srgbClr val="D8E2EE"/>
            </a:solidFill>
          </a:ln>
        </p:spPr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2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3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4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5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6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8.xml"/>
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Carrier"/>
          <p:cNvSpPr txBox="1"/>
          <p:nvPr>
            <p:ph type="title"/>
          </p:nvPr>
        </p:nvSpPr>
        <p:spPr>
          <a:xfrm>
            <a:off x="609600" y="1428750"/>
            <a:ext cx="109728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en-US" sz="360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Title</a:t>
            </a:r>
          </a:p>
        </p:txBody>
      </p:sp>
      <p:sp>
        <p:nvSpPr>
          <p:cNvPr id="6" name="subtitle Placeholder Carrier"/>
          <p:cNvSpPr txBox="1"/>
          <p:nvPr>
            <p:ph type="subTitle" idx="1"/>
          </p:nvPr>
        </p:nvSpPr>
        <p:spPr>
          <a:xfrm>
            <a:off x="609600" y="3238500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Subtitle</a:t>
            </a:r>
          </a:p>
        </p:txBody>
      </p:sp>
      <p:sp>
        <p:nvSpPr>
          <p:cNvPr id="7" name="author Placeholder Carrier"/>
          <p:cNvSpPr txBox="1"/>
          <p:nvPr>
            <p:ph type="body" idx="2"/>
          </p:nvPr>
        </p:nvSpPr>
        <p:spPr>
          <a:xfrm>
            <a:off x="609600" y="4953000"/>
            <a:ext cx="109728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165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pter-num Placeholder Carrier"/>
          <p:cNvSpPr txBox="1"/>
          <p:nvPr>
            <p:ph type="body" idx="1"/>
          </p:nvPr>
        </p:nvSpPr>
        <p:spPr>
          <a:xfrm>
            <a:off x="609600" y="1619250"/>
            <a:ext cx="1714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 marL="0" indent="0">
              <a:buNone/>
            </a:pPr>
            <a:r>
              <a:rPr lang="en-US" sz="480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apter-title Placeholder Carrier"/>
          <p:cNvSpPr txBox="1"/>
          <p:nvPr>
            <p:ph type="title"/>
          </p:nvPr>
        </p:nvSpPr>
        <p:spPr>
          <a:xfrm>
            <a:off x="2667000" y="1714500"/>
            <a:ext cx="8915400" cy="1238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Chapter Title</a:t>
            </a:r>
          </a:p>
        </p:txBody>
      </p:sp>
      <p:sp>
        <p:nvSpPr>
          <p:cNvPr id="7" name="chapter-desc Placeholder Carrier"/>
          <p:cNvSpPr txBox="1"/>
          <p:nvPr>
            <p:ph type="body" idx="2"/>
          </p:nvPr>
        </p:nvSpPr>
        <p:spPr>
          <a:xfrm>
            <a:off x="2667000" y="3429000"/>
            <a:ext cx="8915400" cy="171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Chapter Desc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609600" y="7905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85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body-1 Placeholder Carrier"/>
          <p:cNvSpPr txBox="1"/>
          <p:nvPr>
            <p:ph type="body" idx="1"/>
          </p:nvPr>
        </p:nvSpPr>
        <p:spPr>
          <a:xfrm>
            <a:off x="609600" y="2000250"/>
            <a:ext cx="5143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Original</a:t>
            </a:r>
          </a:p>
        </p:txBody>
      </p:sp>
      <p:sp>
        <p:nvSpPr>
          <p:cNvPr id="7" name="body-2 Placeholder Carrier"/>
          <p:cNvSpPr txBox="1"/>
          <p:nvPr>
            <p:ph type="body" idx="2"/>
          </p:nvPr>
        </p:nvSpPr>
        <p:spPr>
          <a:xfrm>
            <a:off x="6286500" y="2000250"/>
            <a:ext cx="52959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Explanation</a:t>
            </a:r>
          </a:p>
        </p:txBody>
      </p:sp>
      <p:sp>
        <p:nvSpPr>
          <p:cNvPr id="8" name="source Placeholder Carrier"/>
          <p:cNvSpPr txBox="1"/>
          <p:nvPr>
            <p:ph type="ftr" idx="3"/>
          </p:nvPr>
        </p:nvSpPr>
        <p:spPr>
          <a:xfrm>
            <a:off x="609600" y="6448425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page-number Placeholder Carrier"/>
          <p:cNvSpPr txBox="1"/>
          <p:nvPr>
            <p:ph type="sldNum" idx="4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609600" y="7905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85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body-1 Placeholder Carrier"/>
          <p:cNvSpPr txBox="1"/>
          <p:nvPr>
            <p:ph type="body" idx="1"/>
          </p:nvPr>
        </p:nvSpPr>
        <p:spPr>
          <a:xfrm>
            <a:off x="609600" y="1952625"/>
            <a:ext cx="10972800" cy="1476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Procedure</a:t>
            </a:r>
          </a:p>
        </p:txBody>
      </p:sp>
      <p:sp>
        <p:nvSpPr>
          <p:cNvPr id="7" name="body-2 Placeholder Carrier"/>
          <p:cNvSpPr txBox="1"/>
          <p:nvPr>
            <p:ph type="body" idx="2"/>
          </p:nvPr>
        </p:nvSpPr>
        <p:spPr>
          <a:xfrm>
            <a:off x="609600" y="3857625"/>
            <a:ext cx="10972800" cy="1952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8" name="source Placeholder Carrier"/>
          <p:cNvSpPr txBox="1"/>
          <p:nvPr>
            <p:ph type="ftr" idx="3"/>
          </p:nvPr>
        </p:nvSpPr>
        <p:spPr>
          <a:xfrm>
            <a:off x="609600" y="6448425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page-number Placeholder Carrier"/>
          <p:cNvSpPr txBox="1"/>
          <p:nvPr>
            <p:ph type="sldNum" idx="4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609600" y="7905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85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body-1 Placeholder Carrier"/>
          <p:cNvSpPr txBox="1"/>
          <p:nvPr>
            <p:ph type="body" idx="1"/>
          </p:nvPr>
        </p:nvSpPr>
        <p:spPr>
          <a:xfrm>
            <a:off x="609600" y="2000250"/>
            <a:ext cx="33337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Column 1</a:t>
            </a:r>
          </a:p>
        </p:txBody>
      </p:sp>
      <p:sp>
        <p:nvSpPr>
          <p:cNvPr id="7" name="body-2 Placeholder Carrier"/>
          <p:cNvSpPr txBox="1"/>
          <p:nvPr>
            <p:ph type="body" idx="2"/>
          </p:nvPr>
        </p:nvSpPr>
        <p:spPr>
          <a:xfrm>
            <a:off x="4419600" y="2000250"/>
            <a:ext cx="33337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Column 2</a:t>
            </a:r>
          </a:p>
        </p:txBody>
      </p:sp>
      <p:sp>
        <p:nvSpPr>
          <p:cNvPr id="8" name="body-3 Placeholder Carrier"/>
          <p:cNvSpPr txBox="1"/>
          <p:nvPr>
            <p:ph type="body" idx="3"/>
          </p:nvPr>
        </p:nvSpPr>
        <p:spPr>
          <a:xfrm>
            <a:off x="8229600" y="2000250"/>
            <a:ext cx="33528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Column 3</a:t>
            </a:r>
          </a:p>
        </p:txBody>
      </p:sp>
      <p:sp>
        <p:nvSpPr>
          <p:cNvPr id="9" name="source Placeholder Carrier"/>
          <p:cNvSpPr txBox="1"/>
          <p:nvPr>
            <p:ph type="ftr" idx="4"/>
          </p:nvPr>
        </p:nvSpPr>
        <p:spPr>
          <a:xfrm>
            <a:off x="609600" y="6448425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10" name="page-number Placeholder Carrier"/>
          <p:cNvSpPr txBox="1"/>
          <p:nvPr>
            <p:ph type="sldNum" idx="5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ge-title Placeholder Carrier"/>
          <p:cNvSpPr txBox="1"/>
          <p:nvPr>
            <p:ph type="title"/>
          </p:nvPr>
        </p:nvSpPr>
        <p:spPr>
          <a:xfrm>
            <a:off x="609600" y="790575"/>
            <a:ext cx="109728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285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Page Title</a:t>
            </a:r>
          </a:p>
        </p:txBody>
      </p:sp>
      <p:sp>
        <p:nvSpPr>
          <p:cNvPr id="6" name="body-1 Placeholder Carrier"/>
          <p:cNvSpPr txBox="1"/>
          <p:nvPr>
            <p:ph type="body" idx="1"/>
          </p:nvPr>
        </p:nvSpPr>
        <p:spPr>
          <a:xfrm>
            <a:off x="609600" y="2000250"/>
            <a:ext cx="72390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Figure Area</a:t>
            </a:r>
          </a:p>
        </p:txBody>
      </p:sp>
      <p:sp>
        <p:nvSpPr>
          <p:cNvPr id="7" name="body-2 Placeholder Carrier"/>
          <p:cNvSpPr txBox="1"/>
          <p:nvPr>
            <p:ph type="body" idx="2"/>
          </p:nvPr>
        </p:nvSpPr>
        <p:spPr>
          <a:xfrm>
            <a:off x="8382000" y="2000250"/>
            <a:ext cx="32004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10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Reading</a:t>
            </a:r>
          </a:p>
        </p:txBody>
      </p:sp>
      <p:sp>
        <p:nvSpPr>
          <p:cNvPr id="8" name="source Placeholder Carrier"/>
          <p:cNvSpPr txBox="1"/>
          <p:nvPr>
            <p:ph type="ftr" idx="3"/>
          </p:nvPr>
        </p:nvSpPr>
        <p:spPr>
          <a:xfrm>
            <a:off x="609600" y="6448425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page-number Placeholder Carrier"/>
          <p:cNvSpPr txBox="1"/>
          <p:nvPr>
            <p:ph type="sldNum" idx="4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nding-title Placeholder Carrier"/>
          <p:cNvSpPr txBox="1"/>
          <p:nvPr>
            <p:ph type="title"/>
          </p:nvPr>
        </p:nvSpPr>
        <p:spPr>
          <a:xfrm>
            <a:off x="609600" y="1190625"/>
            <a:ext cx="109728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3300" dirty="0">
                <a:solidFill>
                  <a:srgbClr val="285A9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6" name="ending-body Placeholder Carrier"/>
          <p:cNvSpPr txBox="1"/>
          <p:nvPr>
            <p:ph type="body" idx="1"/>
          </p:nvPr>
        </p:nvSpPr>
        <p:spPr>
          <a:xfrm>
            <a:off x="609600" y="2857500"/>
            <a:ext cx="109728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 marL="0" indent="0">
              <a:buNone/>
            </a:pPr>
            <a:r>
              <a:rPr lang="en-US" sz="2250" dirty="0">
                <a:solidFill>
                  <a:srgbClr val="172B46"/>
                </a:solidFill>
                <a:latin typeface="Arial"/>
                <a:ea typeface="Arial"/>
                <a:cs typeface="Arial"/>
              </a:rPr>
              <a:t>Closing Message</a:t>
            </a:r>
          </a:p>
        </p:txBody>
      </p:sp>
      <p:sp>
        <p:nvSpPr>
          <p:cNvPr id="7" name="page-number Placeholder Carrier"/>
          <p:cNvSpPr txBox="1"/>
          <p:nvPr>
            <p:ph type="sldNum" idx="2"/>
          </p:nvPr>
        </p:nvSpPr>
        <p:spPr>
          <a:xfrm>
            <a:off x="10953750" y="64484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5365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2026-10-17T08:48:03Z</dcterms:created>
  <dcterms:modified xsi:type="dcterms:W3CDTF">2026-10-17T08:48:03Z</dcterms:modified>
  <cp:category/>
  <cp:contentStatus/>
</cp:coreProperties>
</file>